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9" r:id="rId4"/>
    <p:sldId id="261" r:id="rId5"/>
    <p:sldId id="262" r:id="rId6"/>
    <p:sldId id="263" r:id="rId7"/>
    <p:sldId id="264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993" autoAdjust="0"/>
    <p:restoredTop sz="94660"/>
  </p:normalViewPr>
  <p:slideViewPr>
    <p:cSldViewPr snapToGrid="0">
      <p:cViewPr varScale="1">
        <p:scale>
          <a:sx n="65" d="100"/>
          <a:sy n="65" d="100"/>
        </p:scale>
        <p:origin x="1038" y="2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eorgie Mbianda Njencheu" userId="ab1535687a26c724" providerId="LiveId" clId="{61A69E66-629A-409A-B2EB-98325437BBED}"/>
    <pc:docChg chg="delSld">
      <pc:chgData name="Georgie Mbianda Njencheu" userId="ab1535687a26c724" providerId="LiveId" clId="{61A69E66-629A-409A-B2EB-98325437BBED}" dt="2025-06-19T14:22:24.635" v="1" actId="2696"/>
      <pc:docMkLst>
        <pc:docMk/>
      </pc:docMkLst>
      <pc:sldChg chg="del">
        <pc:chgData name="Georgie Mbianda Njencheu" userId="ab1535687a26c724" providerId="LiveId" clId="{61A69E66-629A-409A-B2EB-98325437BBED}" dt="2025-06-19T14:22:24.635" v="1" actId="2696"/>
        <pc:sldMkLst>
          <pc:docMk/>
          <pc:sldMk cId="95992585" sldId="257"/>
        </pc:sldMkLst>
      </pc:sldChg>
      <pc:sldChg chg="del">
        <pc:chgData name="Georgie Mbianda Njencheu" userId="ab1535687a26c724" providerId="LiveId" clId="{61A69E66-629A-409A-B2EB-98325437BBED}" dt="2025-06-19T14:21:14.962" v="0" actId="2696"/>
        <pc:sldMkLst>
          <pc:docMk/>
          <pc:sldMk cId="95992585" sldId="260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D1A6E6-075E-4828-AF88-09BD0A74259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F3800DB-487B-4E23-AC0B-90C9ED4E107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4DF5B1-3694-42A9-866E-9F1FF6CF0C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1C14C-A143-42F5-B247-D0E800131009}" type="datetimeFigureOut">
              <a:rPr lang="en-US" smtClean="0"/>
              <a:t>6/19/2025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718E67-8162-4BE0-9B01-22B89A120A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568B9D-A8C9-40C5-85B0-14F435F39C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03D32D-F1BC-4E9C-97E1-36CFF5B223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67383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34D5D7-9AEB-44F2-8A04-0694BE1520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CE933F-693D-4770-8DC4-A5A086AC8A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2A7849A-1CE6-4F5C-95D7-EA8DA5EE55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1C14C-A143-42F5-B247-D0E800131009}" type="datetimeFigureOut">
              <a:rPr lang="en-US" smtClean="0"/>
              <a:t>6/19/2025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FE1FD0-B95E-4CF6-9A27-0F91F96DAE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96123BE-5891-49D6-A758-867A98F38D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03D32D-F1BC-4E9C-97E1-36CFF5B223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97226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A85FC7-1BEA-438E-A0A7-88FF551122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BD5F5C0-417B-4A28-8AE9-A79AC74A62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BC6257-C490-4059-9E97-16E46673C6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1C14C-A143-42F5-B247-D0E800131009}" type="datetimeFigureOut">
              <a:rPr lang="en-US" smtClean="0"/>
              <a:t>6/19/2025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4051CD-74EC-43C1-9F21-D33BD297FC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C95141-29DC-41BA-BE25-E899055F31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03D32D-F1BC-4E9C-97E1-36CFF5B223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45323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34FC21-AE04-4050-80E6-D9DCA4B50C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885F7E-EF45-48F7-9E54-C6806D0E963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724501F-6ED5-4112-B037-D3E9F8CF2C8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861E48C-176E-4E60-8CB3-5425169963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1C14C-A143-42F5-B247-D0E800131009}" type="datetimeFigureOut">
              <a:rPr lang="en-US" smtClean="0"/>
              <a:t>6/19/2025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852202B-C929-4B39-AF47-D17C38F868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DEEEBF3-930A-4A23-810D-C1880E7A6D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03D32D-F1BC-4E9C-97E1-36CFF5B223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33845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448E08-A828-430D-B8A6-7302E570AD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1FF5402-465C-4E68-BF7E-BFE1177B55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69B917D-5EC9-44FC-B8A7-9ADF4ADC4FA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3DCF5D4-E55C-42FF-A7E5-2466DE35B8C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7579A7F-77F4-4169-8D51-21234419984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A735923-3BB5-4F33-8E76-56665E95B5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1C14C-A143-42F5-B247-D0E800131009}" type="datetimeFigureOut">
              <a:rPr lang="en-US" smtClean="0"/>
              <a:t>6/19/2025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A43FC79-7089-4373-88DC-12501E7820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4E0BEB1-B009-47B7-B159-DE05E615E7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03D32D-F1BC-4E9C-97E1-36CFF5B223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97265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65FFCC-78CC-4E9D-A277-8230F27334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44CEFE7-D923-48C1-B2FE-8110829C69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1C14C-A143-42F5-B247-D0E800131009}" type="datetimeFigureOut">
              <a:rPr lang="en-US" smtClean="0"/>
              <a:t>6/19/2025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68F91C9-7841-4F7B-8F24-B5FF45B5B3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8896739-CF17-4867-A5ED-317AD19F5A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03D32D-F1BC-4E9C-97E1-36CFF5B223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31143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4E8942B-5ECF-4556-91C2-496E4C52EF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1C14C-A143-42F5-B247-D0E800131009}" type="datetimeFigureOut">
              <a:rPr lang="en-US" smtClean="0"/>
              <a:t>6/19/2025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E1589EF-E9AD-45F7-BFBE-6F8AD35703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18E0FA-5424-403C-8462-1B7C301C65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03D32D-F1BC-4E9C-97E1-36CFF5B223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62404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B27A56-C315-441C-9002-DFD599AED2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F57D9A-8037-4B31-951B-4675ADA693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763141B-5121-4179-B3F6-52956912224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A60C32E-3427-4696-A55A-56886EA24A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1C14C-A143-42F5-B247-D0E800131009}" type="datetimeFigureOut">
              <a:rPr lang="en-US" smtClean="0"/>
              <a:t>6/19/2025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DDFE526-7D20-4EC0-9624-E779812957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7AA82D7-E462-4060-85D6-85CF555401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03D32D-F1BC-4E9C-97E1-36CFF5B223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03051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5E919B-BF68-4590-8CA9-A51BAC0F75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04BC1AA-5C68-47DC-BBF0-1E309865E5A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F81A636-7F9C-43EC-B2F2-6FB3323CB79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D19410E-A050-4AA2-BC89-EF52EB1C34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1C14C-A143-42F5-B247-D0E800131009}" type="datetimeFigureOut">
              <a:rPr lang="en-US" smtClean="0"/>
              <a:t>6/19/2025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0C23AB0-18A5-4589-926D-C00F68CFEA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754EE52-EECA-4C6E-83E9-6382044D35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03D32D-F1BC-4E9C-97E1-36CFF5B223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96888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6536FE-B6CA-4D45-A719-6B51F3FF6D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FB9388C-63B0-4DA8-97D0-BEEDCF401CA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D9BDB0-2A2B-43AC-965A-A9E7E7F741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1C14C-A143-42F5-B247-D0E800131009}" type="datetimeFigureOut">
              <a:rPr lang="en-US" smtClean="0"/>
              <a:t>6/19/2025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7DA7C3-2A5B-4BED-A540-9136486CC5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5888E8-31D6-4E51-9228-0D6066FED5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03D32D-F1BC-4E9C-97E1-36CFF5B223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11606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3D010CA-6776-433E-8E25-97899E08288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6391E6E-3CF5-4535-B37E-E30058EA284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6ADEE3-AAA7-4846-8EC6-84B1537C1D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1C14C-A143-42F5-B247-D0E800131009}" type="datetimeFigureOut">
              <a:rPr lang="en-US" smtClean="0"/>
              <a:t>6/19/2025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1DABD6-6E60-4895-89B1-3604A484D2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9A4D314-6D1C-4A42-A445-B77646B2B2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03D32D-F1BC-4E9C-97E1-36CFF5B223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55267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C3F6010-77C4-45FE-968C-712199A585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19B1B2C-5D5F-46D9-92F5-ECDF2816A1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0334894-C6F5-46F1-BAA2-AFEA88E6816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ED1C14C-A143-42F5-B247-D0E800131009}" type="datetimeFigureOut">
              <a:rPr lang="en-US" smtClean="0"/>
              <a:t>6/19/2025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5B1C84-4663-4022-BBEA-7667FEBCF3F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2820DA-1F3A-421F-A770-A6347089E36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03D32D-F1BC-4E9C-97E1-36CFF5B223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48520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1">
            <a:extLst>
              <a:ext uri="{FF2B5EF4-FFF2-40B4-BE49-F238E27FC236}">
                <a16:creationId xmlns:a16="http://schemas.microsoft.com/office/drawing/2014/main" id="{D9CFED65-33EC-43DE-AC30-2FA87EF4B38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super_store1</a:t>
            </a:r>
          </a:p>
        </p:txBody>
      </p:sp>
      <p:sp>
        <p:nvSpPr>
          <p:cNvPr id="3" name="slide1">
            <a:extLst>
              <a:ext uri="{FF2B5EF4-FFF2-40B4-BE49-F238E27FC236}">
                <a16:creationId xmlns:a16="http://schemas.microsoft.com/office/drawing/2014/main" id="{464B10D5-9907-4DF4-AED2-B7BCE543B83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File created on: 5/29/2025 11:27:26 AM</a:t>
            </a:r>
          </a:p>
        </p:txBody>
      </p:sp>
    </p:spTree>
    <p:extLst>
      <p:ext uri="{BB962C8B-B14F-4D97-AF65-F5344CB8AC3E}">
        <p14:creationId xmlns:p14="http://schemas.microsoft.com/office/powerpoint/2010/main" val="959925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slide3" descr="Profit Seasonality">
            <a:extLst>
              <a:ext uri="{FF2B5EF4-FFF2-40B4-BE49-F238E27FC236}">
                <a16:creationId xmlns:a16="http://schemas.microsoft.com/office/drawing/2014/main" id="{A758185F-6007-429E-A5F8-4787B547291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19287" y="504825"/>
            <a:ext cx="8353425" cy="5848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9925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slide4" descr="Profit Seasonality (2)">
            <a:extLst>
              <a:ext uri="{FF2B5EF4-FFF2-40B4-BE49-F238E27FC236}">
                <a16:creationId xmlns:a16="http://schemas.microsoft.com/office/drawing/2014/main" id="{828D4A63-4D55-4A34-8B62-340EE75F3FE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19287" y="504825"/>
            <a:ext cx="8353425" cy="5848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9925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slide6" descr="Profit &amp;amp; Sales Map">
            <a:extLst>
              <a:ext uri="{FF2B5EF4-FFF2-40B4-BE49-F238E27FC236}">
                <a16:creationId xmlns:a16="http://schemas.microsoft.com/office/drawing/2014/main" id="{2D345E87-4277-4198-8071-60ED8B811BF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85950" y="423862"/>
            <a:ext cx="8420100" cy="6010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9925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slide7" descr="Profit By Subcategory">
            <a:extLst>
              <a:ext uri="{FF2B5EF4-FFF2-40B4-BE49-F238E27FC236}">
                <a16:creationId xmlns:a16="http://schemas.microsoft.com/office/drawing/2014/main" id="{FAD0329E-F66A-4890-99D3-BD3FC67A519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19287" y="423862"/>
            <a:ext cx="8353425" cy="6010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99258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slide8" descr="Discounts Impacting Profit">
            <a:extLst>
              <a:ext uri="{FF2B5EF4-FFF2-40B4-BE49-F238E27FC236}">
                <a16:creationId xmlns:a16="http://schemas.microsoft.com/office/drawing/2014/main" id="{4AAF9F73-87E6-4213-84BB-608A974DB79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24050" y="261937"/>
            <a:ext cx="8343900" cy="6334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99258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slide9" descr="Superstore Profit Analysis">
            <a:extLst>
              <a:ext uri="{FF2B5EF4-FFF2-40B4-BE49-F238E27FC236}">
                <a16:creationId xmlns:a16="http://schemas.microsoft.com/office/drawing/2014/main" id="{018336BB-E34A-45BB-880C-5F032537C90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3000" y="714375"/>
            <a:ext cx="9906000" cy="5429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9925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10</Words>
  <Application>Microsoft Office PowerPoint</Application>
  <PresentationFormat>Widescreen</PresentationFormat>
  <Paragraphs>2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Arial</vt:lpstr>
      <vt:lpstr>Calibri</vt:lpstr>
      <vt:lpstr>Calibri Light</vt:lpstr>
      <vt:lpstr>Office Theme</vt:lpstr>
      <vt:lpstr>super_store1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Georgie Mbianda Njencheu</cp:lastModifiedBy>
  <cp:revision>1</cp:revision>
  <dcterms:created xsi:type="dcterms:W3CDTF">2025-05-29T15:27:41Z</dcterms:created>
  <dcterms:modified xsi:type="dcterms:W3CDTF">2025-06-19T14:22:35Z</dcterms:modified>
</cp:coreProperties>
</file>