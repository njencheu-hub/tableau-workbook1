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9CFED65-33EC-43DE-AC30-2FA87EF4B389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super_store1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464B10D5-9907-4DF4-AED2-B7BCE543B83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5/29/2025 11:27:26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tal Gross Profit" id="2" name="slide2">
            <a:extLst>
              <a:ext uri="{FF2B5EF4-FFF2-40B4-BE49-F238E27FC236}">
                <a16:creationId xmlns:a16="http://schemas.microsoft.com/office/drawing/2014/main" id="{625C1E86-F959-4BC8-9DC3-8853CF33E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062" y="528637"/>
            <a:ext cx="2809875" cy="580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Seasonality" id="3" name="slide3">
            <a:extLst>
              <a:ext uri="{FF2B5EF4-FFF2-40B4-BE49-F238E27FC236}">
                <a16:creationId xmlns:a16="http://schemas.microsoft.com/office/drawing/2014/main" id="{A758185F-6007-429E-A5F8-4787B54729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504825"/>
            <a:ext cx="83534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Seasonality (2)" id="4" name="slide4">
            <a:extLst>
              <a:ext uri="{FF2B5EF4-FFF2-40B4-BE49-F238E27FC236}">
                <a16:creationId xmlns:a16="http://schemas.microsoft.com/office/drawing/2014/main" id="{828D4A63-4D55-4A34-8B62-340EE75F3F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504825"/>
            <a:ext cx="8353425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Crostab" id="5" name="slide5">
            <a:extLst>
              <a:ext uri="{FF2B5EF4-FFF2-40B4-BE49-F238E27FC236}">
                <a16:creationId xmlns:a16="http://schemas.microsoft.com/office/drawing/2014/main" id="{C0FC75AA-E1E7-4C72-9C60-192F2D6637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295275"/>
            <a:ext cx="8353425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&amp;amp; Sales Map" id="6" name="slide6">
            <a:extLst>
              <a:ext uri="{FF2B5EF4-FFF2-40B4-BE49-F238E27FC236}">
                <a16:creationId xmlns:a16="http://schemas.microsoft.com/office/drawing/2014/main" id="{2D345E87-4277-4198-8071-60ED8B811BF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423862"/>
            <a:ext cx="842010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fit By Subcategory" id="7" name="slide7">
            <a:extLst>
              <a:ext uri="{FF2B5EF4-FFF2-40B4-BE49-F238E27FC236}">
                <a16:creationId xmlns:a16="http://schemas.microsoft.com/office/drawing/2014/main" id="{FAD0329E-F66A-4890-99D3-BD3FC67A51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287" y="423862"/>
            <a:ext cx="83534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scounts Impacting Profit" id="8" name="slide8">
            <a:extLst>
              <a:ext uri="{FF2B5EF4-FFF2-40B4-BE49-F238E27FC236}">
                <a16:creationId xmlns:a16="http://schemas.microsoft.com/office/drawing/2014/main" id="{4AAF9F73-87E6-4213-84BB-608A974DB79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0" y="261937"/>
            <a:ext cx="8343900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erstore Profit Analysis" id="9" name="slide9">
            <a:extLst>
              <a:ext uri="{FF2B5EF4-FFF2-40B4-BE49-F238E27FC236}">
                <a16:creationId xmlns:a16="http://schemas.microsoft.com/office/drawing/2014/main" id="{018336BB-E34A-45BB-880C-5F032537C90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714375"/>
            <a:ext cx="990600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2025-05-29T15:27:41Z</dcterms:created>
  <dcterms:modified xsi:type="dcterms:W3CDTF">2025-05-29T15:27:41Z</dcterms:modified>
</cp:coreProperties>
</file>